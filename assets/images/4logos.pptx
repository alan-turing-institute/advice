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44"/>
  </p:normalViewPr>
  <p:slideViewPr>
    <p:cSldViewPr snapToGrid="0">
      <p:cViewPr>
        <p:scale>
          <a:sx n="35" d="100"/>
          <a:sy n="35" d="100"/>
        </p:scale>
        <p:origin x="3704" y="1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8A2F-FADC-8CB1-F657-8D142637D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E5381-AF7F-033D-C42B-975EBEA2A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7F957-861C-40D5-08ED-06D1E7E73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B7ABD-F56D-22E5-7928-185311C0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7FA76-81C5-9E9F-1F50-CF9021089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04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F6296-0DDF-D12D-139E-37D0CFA8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CFA01-971C-B1E3-EAB6-87F46E4C8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89428-8B3D-54AD-D6E8-F2B1B7A1A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D1762-5349-AAAB-1347-9F571E83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E4FB8-B2A4-4973-471E-14DA81B6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17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0726F-5199-7D83-59B5-EC8C88952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1EC73-13EF-68EE-202B-87D53B536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E873D-3312-7881-0D78-209CBF704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C2928-0DC3-7399-5130-1372F03C8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792B2-192A-661B-3225-8697B3E4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94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EC887-D602-B238-3D91-ED4E86D24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A35B1-801C-1364-2CDD-1C88EC2D7B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4C3E1-05F5-5261-BEE6-DA171EC91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F1AC5-5B33-0340-25B8-12012A544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3EE9C-B8DE-3A5F-0AC8-8F113E92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1CA3B-8EA8-0D5F-50DB-195412690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70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5BAD-E05A-C914-E8B5-7EFD342ED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788E7-77E5-1EEB-E927-8D4002D7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C7DE3-DAA3-DB37-7095-09F22A7BE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EF7F47-8259-D447-4E0F-34291454B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EC82B7-E63A-9339-E336-67B4C726E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6C124-837E-7D8B-55B3-CB47CD80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94760-EF1B-7296-6DA8-025FAB794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04CC4B-BAE4-A570-1148-FCD7D1C0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00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7402-78AD-D2A6-65FC-D5757D480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357BE4-7645-B4CE-834F-6C9FA520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F9A2B-4AE1-C02C-56D0-04D1407E2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108B7-10CB-3A9B-88CC-4D7C32EB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917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55BF23-81DF-5DB7-FB7B-9BD4D4468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C84C01-0063-68B6-3060-EE8EC421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14D11-D196-3D1D-0080-5B7BDA47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891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A108-D450-4B3C-8129-7257C16A6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B5760-DBC2-41D6-00E7-EF90B8F9D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314CC-0944-A502-7EB9-7FFB48DD8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06B4A-1BCE-C997-2220-2DB8626AC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75B81-D462-909E-8E5A-E1B201B5E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77940-2AAE-1AC1-7DC5-54CDFFF7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3746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5862B-F1EB-51E0-B744-CEE052BFD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74B7D3-B6B4-DA9E-E89F-03D0A37B8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C9FAF-F4CF-8B97-C2A0-031355A35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334AF-594F-0FE0-357D-AD478A2C5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03A33-CFED-FB31-B1C4-DE8FBA77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18C74-0516-09BB-2997-634F207F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180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E0002-3879-5F1D-349C-6F8F24312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AA078-8D5E-449A-47B5-DA47EA8FB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AE01E-699F-A797-D1F6-055F71CFD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FE217-3914-1BE6-264F-1DC7A62A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C0410-9C84-0E42-091D-14670E38C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50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CB857-CF48-30F9-7D06-0C4F3FC81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B7BC6-0313-71F4-AAC5-8DC435FC5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F5F68-24E1-75DD-1B84-E913D9D68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D98E0-5E99-91AA-038E-D77E10828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FE8B1-90A3-5631-00BD-0A0194E3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96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6B509-8BD9-C6BE-8315-1449665EE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22735-1242-52BF-A6A2-8675C1826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17D7A-D9B2-FA2D-E455-F63570B6B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723F5-39F9-204B-BC43-97E1555D4031}" type="datetimeFigureOut">
              <a:rPr lang="en-GB" smtClean="0"/>
              <a:t>18/11/2025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DB6B6-3964-EDBF-A7FF-FA22F70F9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1BF57-6857-DA2E-79EC-2A6926C57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5B4FA-9693-354E-98D6-549E148B341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67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nk text on a white background&#10;&#10;AI-generated content may be incorrect.">
            <a:extLst>
              <a:ext uri="{FF2B5EF4-FFF2-40B4-BE49-F238E27FC236}">
                <a16:creationId xmlns:a16="http://schemas.microsoft.com/office/drawing/2014/main" id="{9A022475-1C01-B827-5101-0F63C065B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815" y="2521301"/>
            <a:ext cx="2560320" cy="1809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DA1EB8-87CF-4588-A1FD-4756F9A28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10079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92AF639-9B16-0BB0-5BFA-69CFF891E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59" y="2587422"/>
            <a:ext cx="2560320" cy="167700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A4E378-EA57-47B9-B1EB-58B998F6C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2595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nk text on a black background&#10;&#10;AI-generated content may be incorrect.">
            <a:extLst>
              <a:ext uri="{FF2B5EF4-FFF2-40B4-BE49-F238E27FC236}">
                <a16:creationId xmlns:a16="http://schemas.microsoft.com/office/drawing/2014/main" id="{BFFCE8BB-5605-F7BD-BC1B-6A6A69F22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912" y="2705837"/>
            <a:ext cx="2560320" cy="144017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B31ED6-76F0-425A-9A41-C947AEF9C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566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801DC17-066F-9A06-A459-CF51E7C55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977" y="2885060"/>
            <a:ext cx="2560320" cy="108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31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nk text on a white background&#10;&#10;AI-generated content may be incorrect.">
            <a:extLst>
              <a:ext uri="{FF2B5EF4-FFF2-40B4-BE49-F238E27FC236}">
                <a16:creationId xmlns:a16="http://schemas.microsoft.com/office/drawing/2014/main" id="{AB8C9F29-1E17-A348-3A62-2009A153B9B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82815" y="2521301"/>
            <a:ext cx="2560320" cy="1809252"/>
          </a:xfrm>
          <a:prstGeom prst="rect">
            <a:avLst/>
          </a:prstGeom>
        </p:spPr>
      </p:pic>
      <p:pic>
        <p:nvPicPr>
          <p:cNvPr id="10" name="Picture 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ED1252F-8CA7-BAF8-DE5E-0DAB04022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59" y="2587422"/>
            <a:ext cx="2560320" cy="1677009"/>
          </a:xfrm>
          <a:prstGeom prst="rect">
            <a:avLst/>
          </a:prstGeom>
        </p:spPr>
      </p:pic>
      <p:pic>
        <p:nvPicPr>
          <p:cNvPr id="11" name="Picture 10" descr="A pink text on a black background&#10;&#10;AI-generated content may be incorrect.">
            <a:extLst>
              <a:ext uri="{FF2B5EF4-FFF2-40B4-BE49-F238E27FC236}">
                <a16:creationId xmlns:a16="http://schemas.microsoft.com/office/drawing/2014/main" id="{C6376AB8-03D4-AA5D-B595-CE261071E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912" y="2705837"/>
            <a:ext cx="2560320" cy="1440179"/>
          </a:xfrm>
          <a:prstGeom prst="rect">
            <a:avLst/>
          </a:prstGeom>
        </p:spPr>
      </p:pic>
      <p:pic>
        <p:nvPicPr>
          <p:cNvPr id="12" name="Picture 1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6786769-FEE6-E21A-CEA2-53A81B3EF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977" y="2885060"/>
            <a:ext cx="2560320" cy="108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64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Gomez Medina</dc:creator>
  <cp:lastModifiedBy>Francisco Gomez Medina</cp:lastModifiedBy>
  <cp:revision>1</cp:revision>
  <dcterms:created xsi:type="dcterms:W3CDTF">2025-11-18T19:01:48Z</dcterms:created>
  <dcterms:modified xsi:type="dcterms:W3CDTF">2025-11-19T15:37:11Z</dcterms:modified>
</cp:coreProperties>
</file>