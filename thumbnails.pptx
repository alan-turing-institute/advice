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7199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15F460-1AB1-47DE-AE75-558DDD7B0F26}" v="10" dt="2025-02-19T09:46:19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48"/>
  </p:normalViewPr>
  <p:slideViewPr>
    <p:cSldViewPr snapToGrid="0">
      <p:cViewPr>
        <p:scale>
          <a:sx n="75" d="100"/>
          <a:sy n="75" d="100"/>
        </p:scale>
        <p:origin x="4848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 Rower" userId="cc338e098919ad17" providerId="LiveId" clId="{9715F460-1AB1-47DE-AE75-558DDD7B0F26}"/>
    <pc:docChg chg="undo custSel addSld modSld">
      <pc:chgData name="Fran Rower" userId="cc338e098919ad17" providerId="LiveId" clId="{9715F460-1AB1-47DE-AE75-558DDD7B0F26}" dt="2025-03-06T11:29:15.977" v="133" actId="478"/>
      <pc:docMkLst>
        <pc:docMk/>
      </pc:docMkLst>
      <pc:sldChg chg="addSp delSp modSp mod">
        <pc:chgData name="Fran Rower" userId="cc338e098919ad17" providerId="LiveId" clId="{9715F460-1AB1-47DE-AE75-558DDD7B0F26}" dt="2025-03-06T11:29:15.977" v="133" actId="478"/>
        <pc:sldMkLst>
          <pc:docMk/>
          <pc:sldMk cId="2134514435" sldId="256"/>
        </pc:sldMkLst>
        <pc:spChg chg="add mod ord">
          <ac:chgData name="Fran Rower" userId="cc338e098919ad17" providerId="LiveId" clId="{9715F460-1AB1-47DE-AE75-558DDD7B0F26}" dt="2025-02-19T09:33:47.259" v="32" actId="1076"/>
          <ac:spMkLst>
            <pc:docMk/>
            <pc:sldMk cId="2134514435" sldId="256"/>
            <ac:spMk id="3" creationId="{E091D83F-D4F8-4418-567B-A8A71EDC3AE8}"/>
          </ac:spMkLst>
        </pc:spChg>
        <pc:spChg chg="add del mod">
          <ac:chgData name="Fran Rower" userId="cc338e098919ad17" providerId="LiveId" clId="{9715F460-1AB1-47DE-AE75-558DDD7B0F26}" dt="2025-03-06T11:29:15.977" v="133" actId="478"/>
          <ac:spMkLst>
            <pc:docMk/>
            <pc:sldMk cId="2134514435" sldId="256"/>
            <ac:spMk id="6" creationId="{8F89F3E1-C45C-B7F0-751C-455B0A87A940}"/>
          </ac:spMkLst>
        </pc:spChg>
        <pc:picChg chg="add mod ord">
          <ac:chgData name="Fran Rower" userId="cc338e098919ad17" providerId="LiveId" clId="{9715F460-1AB1-47DE-AE75-558DDD7B0F26}" dt="2025-03-06T11:28:40.557" v="129" actId="1076"/>
          <ac:picMkLst>
            <pc:docMk/>
            <pc:sldMk cId="2134514435" sldId="256"/>
            <ac:picMk id="2" creationId="{14C9C843-5046-C3A3-5462-17C30AE8EFC4}"/>
          </ac:picMkLst>
        </pc:picChg>
        <pc:picChg chg="mod">
          <ac:chgData name="Fran Rower" userId="cc338e098919ad17" providerId="LiveId" clId="{9715F460-1AB1-47DE-AE75-558DDD7B0F26}" dt="2025-03-06T11:28:58.550" v="132" actId="1076"/>
          <ac:picMkLst>
            <pc:docMk/>
            <pc:sldMk cId="2134514435" sldId="256"/>
            <ac:picMk id="4" creationId="{CF4D7E14-01CA-DB99-9161-C495BB602C42}"/>
          </ac:picMkLst>
        </pc:picChg>
        <pc:picChg chg="mod">
          <ac:chgData name="Fran Rower" userId="cc338e098919ad17" providerId="LiveId" clId="{9715F460-1AB1-47DE-AE75-558DDD7B0F26}" dt="2025-03-06T11:28:54.795" v="131" actId="14100"/>
          <ac:picMkLst>
            <pc:docMk/>
            <pc:sldMk cId="2134514435" sldId="256"/>
            <ac:picMk id="5" creationId="{F9C23F0E-485D-0E88-1987-EF2A8950C4EB}"/>
          </ac:picMkLst>
        </pc:picChg>
      </pc:sldChg>
      <pc:sldChg chg="addSp modSp mod">
        <pc:chgData name="Fran Rower" userId="cc338e098919ad17" providerId="LiveId" clId="{9715F460-1AB1-47DE-AE75-558DDD7B0F26}" dt="2025-02-19T09:41:05.953" v="63" actId="14100"/>
        <pc:sldMkLst>
          <pc:docMk/>
          <pc:sldMk cId="3925045437" sldId="257"/>
        </pc:sldMkLst>
        <pc:spChg chg="add mod">
          <ac:chgData name="Fran Rower" userId="cc338e098919ad17" providerId="LiveId" clId="{9715F460-1AB1-47DE-AE75-558DDD7B0F26}" dt="2025-02-19T09:28:07.098" v="28" actId="2085"/>
          <ac:spMkLst>
            <pc:docMk/>
            <pc:sldMk cId="3925045437" sldId="257"/>
            <ac:spMk id="2" creationId="{15D989BF-2260-0160-70C0-A3C6B137AB50}"/>
          </ac:spMkLst>
        </pc:spChg>
        <pc:spChg chg="mod">
          <ac:chgData name="Fran Rower" userId="cc338e098919ad17" providerId="LiveId" clId="{9715F460-1AB1-47DE-AE75-558DDD7B0F26}" dt="2025-02-19T09:39:33.397" v="52" actId="1036"/>
          <ac:spMkLst>
            <pc:docMk/>
            <pc:sldMk cId="3925045437" sldId="257"/>
            <ac:spMk id="7" creationId="{F8F35B63-A4EF-D4D7-D842-BA9EEC7E3646}"/>
          </ac:spMkLst>
        </pc:spChg>
        <pc:picChg chg="mod modCrop">
          <ac:chgData name="Fran Rower" userId="cc338e098919ad17" providerId="LiveId" clId="{9715F460-1AB1-47DE-AE75-558DDD7B0F26}" dt="2025-02-19T09:41:05.953" v="63" actId="14100"/>
          <ac:picMkLst>
            <pc:docMk/>
            <pc:sldMk cId="3925045437" sldId="257"/>
            <ac:picMk id="4" creationId="{F9E6338F-7D64-48F7-C631-74C66B05E0CD}"/>
          </ac:picMkLst>
        </pc:picChg>
        <pc:picChg chg="mod modCrop">
          <ac:chgData name="Fran Rower" userId="cc338e098919ad17" providerId="LiveId" clId="{9715F460-1AB1-47DE-AE75-558DDD7B0F26}" dt="2025-02-19T09:40:54.058" v="62" actId="14100"/>
          <ac:picMkLst>
            <pc:docMk/>
            <pc:sldMk cId="3925045437" sldId="257"/>
            <ac:picMk id="5" creationId="{2816678A-E751-3BD9-6941-0122E50E5636}"/>
          </ac:picMkLst>
        </pc:picChg>
        <pc:picChg chg="mod">
          <ac:chgData name="Fran Rower" userId="cc338e098919ad17" providerId="LiveId" clId="{9715F460-1AB1-47DE-AE75-558DDD7B0F26}" dt="2025-02-19T09:40:36.211" v="60" actId="1076"/>
          <ac:picMkLst>
            <pc:docMk/>
            <pc:sldMk cId="3925045437" sldId="257"/>
            <ac:picMk id="6" creationId="{B93CBEF8-881A-3966-91B6-3A5CB65672DF}"/>
          </ac:picMkLst>
        </pc:picChg>
      </pc:sldChg>
      <pc:sldChg chg="addSp modSp mod">
        <pc:chgData name="Fran Rower" userId="cc338e098919ad17" providerId="LiveId" clId="{9715F460-1AB1-47DE-AE75-558DDD7B0F26}" dt="2025-02-19T09:42:18.138" v="70" actId="1076"/>
        <pc:sldMkLst>
          <pc:docMk/>
          <pc:sldMk cId="709361638" sldId="258"/>
        </pc:sldMkLst>
        <pc:spChg chg="add mod">
          <ac:chgData name="Fran Rower" userId="cc338e098919ad17" providerId="LiveId" clId="{9715F460-1AB1-47DE-AE75-558DDD7B0F26}" dt="2025-02-19T09:28:25.084" v="30"/>
          <ac:spMkLst>
            <pc:docMk/>
            <pc:sldMk cId="709361638" sldId="258"/>
            <ac:spMk id="3" creationId="{4CEDD5D5-B352-FE48-A95B-1D1192C32AAE}"/>
          </ac:spMkLst>
        </pc:spChg>
        <pc:picChg chg="mod">
          <ac:chgData name="Fran Rower" userId="cc338e098919ad17" providerId="LiveId" clId="{9715F460-1AB1-47DE-AE75-558DDD7B0F26}" dt="2025-02-19T09:42:18.138" v="70" actId="1076"/>
          <ac:picMkLst>
            <pc:docMk/>
            <pc:sldMk cId="709361638" sldId="258"/>
            <ac:picMk id="4" creationId="{01EF1C3F-A36E-73AD-D125-DD333FACA65C}"/>
          </ac:picMkLst>
        </pc:picChg>
        <pc:picChg chg="mod">
          <ac:chgData name="Fran Rower" userId="cc338e098919ad17" providerId="LiveId" clId="{9715F460-1AB1-47DE-AE75-558DDD7B0F26}" dt="2025-02-19T09:42:16.560" v="69" actId="1076"/>
          <ac:picMkLst>
            <pc:docMk/>
            <pc:sldMk cId="709361638" sldId="258"/>
            <ac:picMk id="5" creationId="{DB783E69-4783-BEE6-4E43-4E1BB4A628AF}"/>
          </ac:picMkLst>
        </pc:picChg>
        <pc:picChg chg="mod">
          <ac:chgData name="Fran Rower" userId="cc338e098919ad17" providerId="LiveId" clId="{9715F460-1AB1-47DE-AE75-558DDD7B0F26}" dt="2025-02-19T09:42:13.825" v="68" actId="1076"/>
          <ac:picMkLst>
            <pc:docMk/>
            <pc:sldMk cId="709361638" sldId="258"/>
            <ac:picMk id="6" creationId="{8AB993A7-D9B9-F893-A838-03BD275A880E}"/>
          </ac:picMkLst>
        </pc:picChg>
        <pc:picChg chg="mod">
          <ac:chgData name="Fran Rower" userId="cc338e098919ad17" providerId="LiveId" clId="{9715F460-1AB1-47DE-AE75-558DDD7B0F26}" dt="2025-02-19T09:41:56.590" v="65" actId="1076"/>
          <ac:picMkLst>
            <pc:docMk/>
            <pc:sldMk cId="709361638" sldId="258"/>
            <ac:picMk id="7" creationId="{87133222-25A4-FE08-1F2A-CC618DBDBE6D}"/>
          </ac:picMkLst>
        </pc:picChg>
        <pc:picChg chg="mod">
          <ac:chgData name="Fran Rower" userId="cc338e098919ad17" providerId="LiveId" clId="{9715F460-1AB1-47DE-AE75-558DDD7B0F26}" dt="2025-02-19T09:42:05.497" v="67" actId="1076"/>
          <ac:picMkLst>
            <pc:docMk/>
            <pc:sldMk cId="709361638" sldId="258"/>
            <ac:picMk id="8" creationId="{880633FD-45B2-640B-41FF-EBA71CE23162}"/>
          </ac:picMkLst>
        </pc:picChg>
        <pc:picChg chg="mod">
          <ac:chgData name="Fran Rower" userId="cc338e098919ad17" providerId="LiveId" clId="{9715F460-1AB1-47DE-AE75-558DDD7B0F26}" dt="2025-02-19T09:42:00.419" v="66" actId="1076"/>
          <ac:picMkLst>
            <pc:docMk/>
            <pc:sldMk cId="709361638" sldId="258"/>
            <ac:picMk id="9" creationId="{C297D510-B227-4EF6-1DB6-6A1AE25FEE6D}"/>
          </ac:picMkLst>
        </pc:picChg>
      </pc:sldChg>
      <pc:sldChg chg="addSp delSp modSp mod">
        <pc:chgData name="Fran Rower" userId="cc338e098919ad17" providerId="LiveId" clId="{9715F460-1AB1-47DE-AE75-558DDD7B0F26}" dt="2025-02-13T19:13:49.603" v="10" actId="14100"/>
        <pc:sldMkLst>
          <pc:docMk/>
          <pc:sldMk cId="4076824738" sldId="260"/>
        </pc:sldMkLst>
        <pc:picChg chg="add mod">
          <ac:chgData name="Fran Rower" userId="cc338e098919ad17" providerId="LiveId" clId="{9715F460-1AB1-47DE-AE75-558DDD7B0F26}" dt="2025-02-13T19:11:56.023" v="1" actId="1076"/>
          <ac:picMkLst>
            <pc:docMk/>
            <pc:sldMk cId="4076824738" sldId="260"/>
            <ac:picMk id="4" creationId="{3FD4A217-A0ED-A30A-CAFD-AFBA69F6DD10}"/>
          </ac:picMkLst>
        </pc:picChg>
        <pc:picChg chg="add mod ord">
          <ac:chgData name="Fran Rower" userId="cc338e098919ad17" providerId="LiveId" clId="{9715F460-1AB1-47DE-AE75-558DDD7B0F26}" dt="2025-02-13T19:13:49.603" v="10" actId="14100"/>
          <ac:picMkLst>
            <pc:docMk/>
            <pc:sldMk cId="4076824738" sldId="260"/>
            <ac:picMk id="6" creationId="{F69F1FCB-C286-3001-AD37-F190D4C84DB2}"/>
          </ac:picMkLst>
        </pc:picChg>
      </pc:sldChg>
      <pc:sldChg chg="addSp delSp modSp mod">
        <pc:chgData name="Fran Rower" userId="cc338e098919ad17" providerId="LiveId" clId="{9715F460-1AB1-47DE-AE75-558DDD7B0F26}" dt="2025-02-19T09:46:19.856" v="101"/>
        <pc:sldMkLst>
          <pc:docMk/>
          <pc:sldMk cId="235137412" sldId="261"/>
        </pc:sldMkLst>
        <pc:spChg chg="add mod">
          <ac:chgData name="Fran Rower" userId="cc338e098919ad17" providerId="LiveId" clId="{9715F460-1AB1-47DE-AE75-558DDD7B0F26}" dt="2025-02-19T09:46:19.856" v="101"/>
          <ac:spMkLst>
            <pc:docMk/>
            <pc:sldMk cId="235137412" sldId="261"/>
            <ac:spMk id="6" creationId="{DAAE8346-E807-4A20-796F-5BE647FAFDA9}"/>
          </ac:spMkLst>
        </pc:spChg>
        <pc:picChg chg="add mod">
          <ac:chgData name="Fran Rower" userId="cc338e098919ad17" providerId="LiveId" clId="{9715F460-1AB1-47DE-AE75-558DDD7B0F26}" dt="2025-02-19T09:43:56.921" v="80" actId="14100"/>
          <ac:picMkLst>
            <pc:docMk/>
            <pc:sldMk cId="235137412" sldId="261"/>
            <ac:picMk id="3" creationId="{9C31A32E-ADC5-39E5-0EB6-EACF76E40502}"/>
          </ac:picMkLst>
        </pc:picChg>
      </pc:sldChg>
      <pc:sldChg chg="addSp delSp modSp new mod">
        <pc:chgData name="Fran Rower" userId="cc338e098919ad17" providerId="LiveId" clId="{9715F460-1AB1-47DE-AE75-558DDD7B0F26}" dt="2025-02-19T09:46:13.089" v="100" actId="14100"/>
        <pc:sldMkLst>
          <pc:docMk/>
          <pc:sldMk cId="578100043" sldId="262"/>
        </pc:sldMkLst>
        <pc:spChg chg="add mod">
          <ac:chgData name="Fran Rower" userId="cc338e098919ad17" providerId="LiveId" clId="{9715F460-1AB1-47DE-AE75-558DDD7B0F26}" dt="2025-02-19T09:46:13.089" v="100" actId="14100"/>
          <ac:spMkLst>
            <pc:docMk/>
            <pc:sldMk cId="578100043" sldId="262"/>
            <ac:spMk id="4" creationId="{1827A565-5EDB-8970-0731-5E3BB12B7FDC}"/>
          </ac:spMkLst>
        </pc:spChg>
        <pc:picChg chg="add mod">
          <ac:chgData name="Fran Rower" userId="cc338e098919ad17" providerId="LiveId" clId="{9715F460-1AB1-47DE-AE75-558DDD7B0F26}" dt="2025-02-19T09:45:13.163" v="95"/>
          <ac:picMkLst>
            <pc:docMk/>
            <pc:sldMk cId="578100043" sldId="262"/>
            <ac:picMk id="5" creationId="{502F56F5-23B1-F01A-057C-D610B33F323F}"/>
          </ac:picMkLst>
        </pc:picChg>
      </pc:sldChg>
      <pc:sldChg chg="delSp new mod">
        <pc:chgData name="Fran Rower" userId="cc338e098919ad17" providerId="LiveId" clId="{9715F460-1AB1-47DE-AE75-558DDD7B0F26}" dt="2025-02-19T09:43:14.335" v="76" actId="478"/>
        <pc:sldMkLst>
          <pc:docMk/>
          <pc:sldMk cId="3216318323" sldId="263"/>
        </pc:sldMkLst>
      </pc:sldChg>
    </pc:docChg>
  </pc:docChgLst>
  <pc:docChgLst>
    <pc:chgData name="Fran Rower" userId="cc338e098919ad17" providerId="LiveId" clId="{0090BBBA-4B69-46F6-85D8-FA3FC378D1E4}"/>
    <pc:docChg chg="undo custSel addSld modSld">
      <pc:chgData name="Fran Rower" userId="cc338e098919ad17" providerId="LiveId" clId="{0090BBBA-4B69-46F6-85D8-FA3FC378D1E4}" dt="2025-02-05T02:18:43.663" v="13" actId="1076"/>
      <pc:docMkLst>
        <pc:docMk/>
      </pc:docMkLst>
      <pc:sldChg chg="addSp delSp modSp new mod setBg">
        <pc:chgData name="Fran Rower" userId="cc338e098919ad17" providerId="LiveId" clId="{0090BBBA-4B69-46F6-85D8-FA3FC378D1E4}" dt="2025-02-05T02:18:43.663" v="13" actId="1076"/>
        <pc:sldMkLst>
          <pc:docMk/>
          <pc:sldMk cId="1164326576" sldId="259"/>
        </pc:sldMkLst>
        <pc:picChg chg="add mod ord">
          <ac:chgData name="Fran Rower" userId="cc338e098919ad17" providerId="LiveId" clId="{0090BBBA-4B69-46F6-85D8-FA3FC378D1E4}" dt="2025-02-05T02:18:43.663" v="13" actId="1076"/>
          <ac:picMkLst>
            <pc:docMk/>
            <pc:sldMk cId="1164326576" sldId="259"/>
            <ac:picMk id="4" creationId="{0354FBBE-0772-C232-6C9D-EA379834736A}"/>
          </ac:picMkLst>
        </pc:picChg>
        <pc:picChg chg="add mod">
          <ac:chgData name="Fran Rower" userId="cc338e098919ad17" providerId="LiveId" clId="{0090BBBA-4B69-46F6-85D8-FA3FC378D1E4}" dt="2025-02-05T02:18:35.195" v="9" actId="26606"/>
          <ac:picMkLst>
            <pc:docMk/>
            <pc:sldMk cId="1164326576" sldId="259"/>
            <ac:picMk id="5" creationId="{227E590D-FA6C-C219-F28F-A2C0088828E6}"/>
          </ac:picMkLst>
        </pc:picChg>
        <pc:picChg chg="add mod">
          <ac:chgData name="Fran Rower" userId="cc338e098919ad17" providerId="LiveId" clId="{0090BBBA-4B69-46F6-85D8-FA3FC378D1E4}" dt="2025-02-05T02:18:39.648" v="11" actId="1076"/>
          <ac:picMkLst>
            <pc:docMk/>
            <pc:sldMk cId="1164326576" sldId="259"/>
            <ac:picMk id="6" creationId="{BB1D729A-81D6-C680-4C06-EB2F94FAC230}"/>
          </ac:picMkLst>
        </pc:picChg>
      </pc:sldChg>
      <pc:sldChg chg="new">
        <pc:chgData name="Fran Rower" userId="cc338e098919ad17" providerId="LiveId" clId="{0090BBBA-4B69-46F6-85D8-FA3FC378D1E4}" dt="2025-02-05T02:18:10.628" v="1" actId="680"/>
        <pc:sldMkLst>
          <pc:docMk/>
          <pc:sldMk cId="4076824738" sldId="260"/>
        </pc:sldMkLst>
      </pc:sldChg>
      <pc:sldChg chg="delSp new mod">
        <pc:chgData name="Fran Rower" userId="cc338e098919ad17" providerId="LiveId" clId="{0090BBBA-4B69-46F6-85D8-FA3FC378D1E4}" dt="2025-02-05T02:18:15.521" v="4" actId="478"/>
        <pc:sldMkLst>
          <pc:docMk/>
          <pc:sldMk cId="235137412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78222"/>
            <a:ext cx="6119416" cy="250642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781306"/>
            <a:ext cx="5399485" cy="1738167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5864D-64EE-F945-8D4A-FDEB280B8F45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80678-1675-F440-9C7D-5B99237BD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892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5864D-64EE-F945-8D4A-FDEB280B8F45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80678-1675-F440-9C7D-5B99237BD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402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794831"/>
            <a:ext cx="6209407" cy="2994714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4817876"/>
            <a:ext cx="6209407" cy="15748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5864D-64EE-F945-8D4A-FDEB280B8F45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80678-1675-F440-9C7D-5B99237BD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661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5864D-64EE-F945-8D4A-FDEB280B8F45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80678-1675-F440-9C7D-5B99237BD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741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83299"/>
            <a:ext cx="6209407" cy="13915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764832"/>
            <a:ext cx="3045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629749"/>
            <a:ext cx="3045646" cy="38679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764832"/>
            <a:ext cx="3060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629749"/>
            <a:ext cx="3060646" cy="38679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5864D-64EE-F945-8D4A-FDEB280B8F45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80678-1675-F440-9C7D-5B99237BD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614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5864D-64EE-F945-8D4A-FDEB280B8F45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80678-1675-F440-9C7D-5B99237BD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6684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5864D-64EE-F945-8D4A-FDEB280B8F45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80678-1675-F440-9C7D-5B99237BD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2563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036570"/>
            <a:ext cx="3644652" cy="5116178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5864D-64EE-F945-8D4A-FDEB280B8F45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80678-1675-F440-9C7D-5B99237BD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23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036570"/>
            <a:ext cx="3644652" cy="5116178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5864D-64EE-F945-8D4A-FDEB280B8F45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80678-1675-F440-9C7D-5B99237BD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408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5864D-64EE-F945-8D4A-FDEB280B8F45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80678-1675-F440-9C7D-5B99237BD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248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83297"/>
            <a:ext cx="1552352" cy="610108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83297"/>
            <a:ext cx="4567064" cy="610108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5864D-64EE-F945-8D4A-FDEB280B8F45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80678-1675-F440-9C7D-5B99237BD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89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83299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05864D-64EE-F945-8D4A-FDEB280B8F45}" type="datetimeFigureOut">
              <a:rPr lang="en-GB" smtClean="0"/>
              <a:t>06/03/2025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D80678-1675-F440-9C7D-5B99237BDF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412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91D83F-D4F8-4418-567B-A8A71EDC3AE8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4D7E14-01CA-DB99-9161-C495BB602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599658" cy="5098229"/>
          </a:xfrm>
          <a:prstGeom prst="rect">
            <a:avLst/>
          </a:prstGeom>
        </p:spPr>
      </p:pic>
      <p:pic>
        <p:nvPicPr>
          <p:cNvPr id="2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C9C843-5046-C3A3-5462-17C30AE8E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636370" y="1397668"/>
            <a:ext cx="5086674" cy="71897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C23F0E-485D-0E88-1987-EF2A8950C4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657" y="2083564"/>
            <a:ext cx="3599658" cy="511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514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E6338F-7D64-48F7-C631-74C66B05E0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3"/>
          <a:stretch/>
        </p:blipFill>
        <p:spPr>
          <a:xfrm>
            <a:off x="0" y="1"/>
            <a:ext cx="7199313" cy="2243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16678A-E751-3BD9-6941-0122E50E56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993" b="47815"/>
          <a:stretch/>
        </p:blipFill>
        <p:spPr>
          <a:xfrm>
            <a:off x="0" y="2251193"/>
            <a:ext cx="7199313" cy="27282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3CBEF8-881A-3966-91B6-3A5CB6567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87359"/>
            <a:ext cx="7199313" cy="223516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8F35B63-A4EF-D4D7-D842-BA9EEC7E3646}"/>
              </a:ext>
            </a:extLst>
          </p:cNvPr>
          <p:cNvSpPr/>
          <p:nvPr/>
        </p:nvSpPr>
        <p:spPr>
          <a:xfrm>
            <a:off x="16124" y="5121301"/>
            <a:ext cx="4648473" cy="60025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D989BF-2260-0160-70C0-A3C6B137AB50}"/>
              </a:ext>
            </a:extLst>
          </p:cNvPr>
          <p:cNvSpPr/>
          <p:nvPr/>
        </p:nvSpPr>
        <p:spPr>
          <a:xfrm>
            <a:off x="-16124" y="0"/>
            <a:ext cx="7215437" cy="7199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045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99E4D29-5F08-447A-A2A3-AB222BB49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7197512" cy="719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87133222-25A4-FE08-1F2A-CC618DBDBE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22" r="-2" b="31897"/>
          <a:stretch/>
        </p:blipFill>
        <p:spPr>
          <a:xfrm>
            <a:off x="4415" y="-3"/>
            <a:ext cx="4729961" cy="4008761"/>
          </a:xfrm>
          <a:prstGeom prst="rect">
            <a:avLst/>
          </a:prstGeom>
        </p:spPr>
      </p:pic>
      <p:pic>
        <p:nvPicPr>
          <p:cNvPr id="9" name="Picture 8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C297D510-B227-4EF6-1DB6-6A1AE25FEE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49" r="5" b="24883"/>
          <a:stretch/>
        </p:blipFill>
        <p:spPr>
          <a:xfrm>
            <a:off x="4938759" y="4872"/>
            <a:ext cx="2259653" cy="2168991"/>
          </a:xfrm>
          <a:prstGeom prst="rect">
            <a:avLst/>
          </a:prstGeom>
        </p:spPr>
      </p:pic>
      <p:pic>
        <p:nvPicPr>
          <p:cNvPr id="4" name="Picture 3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01EF1C3F-A36E-73AD-D125-DD333FACA6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3" b="15789"/>
          <a:stretch/>
        </p:blipFill>
        <p:spPr>
          <a:xfrm>
            <a:off x="8025" y="4439745"/>
            <a:ext cx="2249014" cy="2754696"/>
          </a:xfrm>
          <a:prstGeom prst="rect">
            <a:avLst/>
          </a:prstGeom>
        </p:spPr>
      </p:pic>
      <p:pic>
        <p:nvPicPr>
          <p:cNvPr id="5" name="Picture 4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DB783E69-4783-BEE6-4E43-4E1BB4A628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7128"/>
          <a:stretch/>
        </p:blipFill>
        <p:spPr>
          <a:xfrm>
            <a:off x="2465466" y="4459671"/>
            <a:ext cx="2252255" cy="2734770"/>
          </a:xfrm>
          <a:prstGeom prst="rect">
            <a:avLst/>
          </a:prstGeom>
        </p:spPr>
      </p:pic>
      <p:pic>
        <p:nvPicPr>
          <p:cNvPr id="8" name="Picture 7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880633FD-45B2-640B-41FF-EBA71CE2316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938" r="-3" b="25150"/>
          <a:stretch/>
        </p:blipFill>
        <p:spPr>
          <a:xfrm>
            <a:off x="4942274" y="2424518"/>
            <a:ext cx="2259653" cy="2175431"/>
          </a:xfrm>
          <a:prstGeom prst="rect">
            <a:avLst/>
          </a:prstGeom>
        </p:spPr>
      </p:pic>
      <p:pic>
        <p:nvPicPr>
          <p:cNvPr id="6" name="Picture 5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8AB993A7-D9B9-F893-A838-03BD275A880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4729" r="-2" b="29014"/>
          <a:stretch/>
        </p:blipFill>
        <p:spPr>
          <a:xfrm>
            <a:off x="4937859" y="5024666"/>
            <a:ext cx="2259653" cy="21697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EDD5D5-B352-FE48-A95B-1D1192C32AAE}"/>
              </a:ext>
            </a:extLst>
          </p:cNvPr>
          <p:cNvSpPr/>
          <p:nvPr/>
        </p:nvSpPr>
        <p:spPr>
          <a:xfrm>
            <a:off x="-16124" y="0"/>
            <a:ext cx="7215437" cy="7199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361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54FBBE-0772-C232-6C9D-EA3798347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5826" y="635944"/>
            <a:ext cx="3593567" cy="50896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7E590D-FA6C-C219-F28F-A2C008882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685" y="836322"/>
            <a:ext cx="3597670" cy="51129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1D729A-81D6-C680-4C06-EB2F94FAC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478" y="836322"/>
            <a:ext cx="3597670" cy="511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326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187B0-7516-DF80-61C8-60E55781A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D4A217-A0ED-A30A-CAFD-AFBA69F6D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473" y="1267191"/>
            <a:ext cx="3597670" cy="5115438"/>
          </a:xfrm>
          <a:prstGeom prst="rect">
            <a:avLst/>
          </a:prstGeom>
        </p:spPr>
      </p:pic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9F1FCB-C286-3001-AD37-F190D4C84D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11473" y="1267191"/>
            <a:ext cx="3619130" cy="5115438"/>
          </a:xfrm>
        </p:spPr>
      </p:pic>
    </p:spTree>
    <p:extLst>
      <p:ext uri="{BB962C8B-B14F-4D97-AF65-F5344CB8AC3E}">
        <p14:creationId xmlns:p14="http://schemas.microsoft.com/office/powerpoint/2010/main" val="4076824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solar panels&#10;&#10;AI-generated content may be incorrect.">
            <a:extLst>
              <a:ext uri="{FF2B5EF4-FFF2-40B4-BE49-F238E27FC236}">
                <a16:creationId xmlns:a16="http://schemas.microsoft.com/office/drawing/2014/main" id="{9C31A32E-ADC5-39E5-0EB6-EACF76E40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02593"/>
            <a:ext cx="7199313" cy="47941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AAE8346-E807-4A20-796F-5BE647FAFDA9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37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tractor working in a field&#10;&#10;AI-generated content may be incorrect.">
            <a:extLst>
              <a:ext uri="{FF2B5EF4-FFF2-40B4-BE49-F238E27FC236}">
                <a16:creationId xmlns:a16="http://schemas.microsoft.com/office/drawing/2014/main" id="{502F56F5-23B1-F01A-057C-D610B33F32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39" b="6016"/>
          <a:stretch/>
        </p:blipFill>
        <p:spPr>
          <a:xfrm>
            <a:off x="-1" y="1202593"/>
            <a:ext cx="7199313" cy="47941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827A565-5EDB-8970-0731-5E3BB12B7FDC}"/>
              </a:ext>
            </a:extLst>
          </p:cNvPr>
          <p:cNvSpPr/>
          <p:nvPr/>
        </p:nvSpPr>
        <p:spPr>
          <a:xfrm>
            <a:off x="0" y="0"/>
            <a:ext cx="7199313" cy="7199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8100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6318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Custom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Gomez Medina</dc:creator>
  <cp:lastModifiedBy>Fran Rower</cp:lastModifiedBy>
  <cp:revision>1</cp:revision>
  <dcterms:created xsi:type="dcterms:W3CDTF">2025-02-04T21:23:37Z</dcterms:created>
  <dcterms:modified xsi:type="dcterms:W3CDTF">2025-03-06T11:29:16Z</dcterms:modified>
</cp:coreProperties>
</file>